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Product Overview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 for slide 1:</a:t>
            </a:r>
          </a:p>
          <a:p>
            <a:r>
              <a:t>• Feature A description</a:t>
            </a:r>
          </a:p>
          <a:p>
            <a:r>
              <a:t>• Feature B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Product Overview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 for slide 2:</a:t>
            </a:r>
          </a:p>
          <a:p>
            <a:r>
              <a:t>• Feature A description</a:t>
            </a:r>
          </a:p>
          <a:p>
            <a:r>
              <a:t>• Feature B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Product Overview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 for slide 3:</a:t>
            </a:r>
          </a:p>
          <a:p>
            <a:r>
              <a:t>• Feature A description</a:t>
            </a:r>
          </a:p>
          <a:p>
            <a:r>
              <a:t>• Feature B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Product Overview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 for slide 4:</a:t>
            </a:r>
          </a:p>
          <a:p>
            <a:r>
              <a:t>• Feature A description</a:t>
            </a:r>
          </a:p>
          <a:p>
            <a:r>
              <a:t>• Feature B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Product Overview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 for slide 5:</a:t>
            </a:r>
          </a:p>
          <a:p>
            <a:r>
              <a:t>• Feature A description</a:t>
            </a:r>
          </a:p>
          <a:p>
            <a:r>
              <a:t>• Feature B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